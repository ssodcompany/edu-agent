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2651760"/>
            <a:ext cx="12191695" cy="13716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84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AI 시대 일하는 구조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SSOD · 김지명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02/13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463040"/>
            <a:ext cx="12191695" cy="82296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56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오늘 가져가실 2가지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3017520"/>
            <a:ext cx="12191695" cy="2743200"/>
          </a:xfrm>
          <a:prstGeom prst="rect">
            <a:avLst/>
          </a:prstGeom>
          <a:noFill/>
        </p:spPr>
        <p:txBody>
          <a:bodyPr wrap="none" lIns="0" rIns="0" anchor="t">
            <a:spAutoFit/>
          </a:bodyPr>
          <a:lstStyle/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①  SSOD는 무엇을 하는가?</a:t>
            </a:r>
          </a:p>
          <a:p>
            <a:pPr algn="ctr">
              <a:spcAft>
                <a:spcPts val="2800"/>
              </a:spcAft>
            </a:pPr>
            <a:r>
              <a:rPr sz="40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②  우리 회사는?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03/13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645920"/>
            <a:ext cx="12191695" cy="32004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7년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B2B 컨설팅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04/13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280160"/>
            <a:ext cx="12191695" cy="201168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둘 다</a:t>
            </a:r>
          </a:p>
        </p:txBody>
      </p:sp>
      <p:pic>
        <p:nvPicPr>
          <p:cNvPr id="6" name="Picture 5" descr="notion-ambassador-bad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6943" y="4160520"/>
            <a:ext cx="3271024" cy="1005840"/>
          </a:xfrm>
          <a:prstGeom prst="rect">
            <a:avLst/>
          </a:prstGeom>
        </p:spPr>
      </p:pic>
      <p:pic>
        <p:nvPicPr>
          <p:cNvPr id="7" name="Picture 6" descr="n8n-amber-ssod-black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49447" y="4160520"/>
            <a:ext cx="3575304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0" y="55778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글로벌 공식 앰버서더 — 한국에 쏘드뿐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05/13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560320"/>
            <a:ext cx="12191695" cy="1828800"/>
          </a:xfrm>
          <a:prstGeom prst="rect">
            <a:avLst/>
          </a:prstGeom>
          <a:noFill/>
        </p:spPr>
        <p:txBody>
          <a:bodyPr wrap="none" lIns="0" rIns="0" anchor="ctr">
            <a:spAutoFit/>
          </a:bodyPr>
          <a:lstStyle/>
          <a:p>
            <a:pPr algn="ctr"/>
            <a:r>
              <a:rPr sz="16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3</a:t>
            </a:r>
            <a:r>
              <a:rPr sz="12000">
                <a:solidFill>
                  <a:srgbClr val="666666"/>
                </a:solidFill>
                <a:latin typeface="Pretendard Black"/>
                <a:ea typeface="Pretendard Black"/>
                <a:cs typeface="Pretendard Black"/>
              </a:rPr>
              <a:t>   →   </a:t>
            </a:r>
            <a:r>
              <a:rPr sz="1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상장사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51206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직원 3명 사무실부터 상장사까지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06/13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201168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DX · AX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93776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Digital Transformation · AI Transformation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07/13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데이터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ERP · 고객 명단 · 매출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08/13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카톡 · 노션 · 결재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09/13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25603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0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420624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4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판단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0" y="521208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2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사장님 · 대시보드 · AI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10/13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Rounded Rectangle 4"/>
          <p:cNvSpPr/>
          <p:nvPr/>
        </p:nvSpPr>
        <p:spPr>
          <a:xfrm>
            <a:off x="3352647" y="1234440"/>
            <a:ext cx="5486400" cy="1051560"/>
          </a:xfrm>
          <a:prstGeom prst="roundRect">
            <a:avLst>
              <a:gd name="adj" fmla="val 15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SoI</a:t>
            </a:r>
            <a:r>
              <a:rPr sz="2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    판단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52647" y="2697480"/>
            <a:ext cx="5486400" cy="1051560"/>
          </a:xfrm>
          <a:prstGeom prst="roundRect">
            <a:avLst>
              <a:gd name="adj" fmla="val 15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SoE</a:t>
            </a:r>
            <a:r>
              <a:rPr sz="2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    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52647" y="233172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52647" y="4160520"/>
            <a:ext cx="5486400" cy="1051560"/>
          </a:xfrm>
          <a:prstGeom prst="roundRect">
            <a:avLst>
              <a:gd name="adj" fmla="val 15000"/>
            </a:avLst>
          </a:prstGeom>
          <a:noFill/>
          <a:ln w="1905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365760" rIns="365760"/>
          <a:lstStyle/>
          <a:p>
            <a:pPr algn="ctr"/>
            <a:r>
              <a:rPr sz="54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SoR</a:t>
            </a:r>
            <a:r>
              <a:rPr sz="2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    데이터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352647" y="3794760"/>
            <a:ext cx="5486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↑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74320"/>
            <a:ext cx="9144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>
                <a:solidFill>
                  <a:srgbClr val="666666"/>
                </a:solidFill>
                <a:latin typeface="SF Mono"/>
                <a:ea typeface="SF Mono"/>
                <a:cs typeface="SF Mono"/>
              </a:rPr>
              <a:t>11/13</a:t>
            </a:r>
          </a:p>
        </p:txBody>
      </p:sp>
      <p:pic>
        <p:nvPicPr>
          <p:cNvPr id="4" name="Picture 3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32944" y="6181344"/>
            <a:ext cx="647271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0" y="1828800"/>
            <a:ext cx="12191695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8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그 위에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0" y="2743200"/>
            <a:ext cx="12191695" cy="274320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240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+ AI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371600"/>
            <a:ext cx="12191695" cy="1188720"/>
          </a:xfrm>
          <a:prstGeom prst="rect">
            <a:avLst/>
          </a:prstGeom>
          <a:noFill/>
        </p:spPr>
        <p:txBody>
          <a:bodyPr wrap="none" lIns="0" rIns="0" tIns="0" bIns="0" anchor="ctr">
            <a:spAutoFit/>
          </a:bodyPr>
          <a:lstStyle/>
          <a:p>
            <a:pPr algn="ctr"/>
            <a:r>
              <a:rPr sz="9600">
                <a:solidFill>
                  <a:srgbClr val="FFFFFF"/>
                </a:solidFill>
                <a:latin typeface="Pretendard Black"/>
                <a:ea typeface="Pretendard Black"/>
                <a:cs typeface="Pretendard Black"/>
              </a:rPr>
              <a:t>우리 회사는?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383280"/>
            <a:ext cx="12191695" cy="2743200"/>
          </a:xfrm>
          <a:prstGeom prst="rect">
            <a:avLst/>
          </a:prstGeom>
          <a:noFill/>
        </p:spPr>
        <p:txBody>
          <a:bodyPr wrap="none" anchor="t">
            <a:spAutoFit/>
          </a:bodyPr>
          <a:lstStyle/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☐  SoR — 데이터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☐  SoE — 일</a:t>
            </a:r>
          </a:p>
          <a:p>
            <a:pPr algn="ctr">
              <a:spcAft>
                <a:spcPts val="1600"/>
              </a:spcAft>
            </a:pPr>
            <a:r>
              <a:rPr sz="3600">
                <a:solidFill>
                  <a:srgbClr val="666666"/>
                </a:solidFill>
                <a:latin typeface="Pretendard Light"/>
                <a:ea typeface="Pretendard Light"/>
                <a:cs typeface="Pretendard Light"/>
              </a:rPr>
              <a:t>☐  SoI — 판단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ssod-logo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4101" y="5806440"/>
            <a:ext cx="924674" cy="54864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601200" y="5486400"/>
            <a:ext cx="22860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600">
                <a:solidFill>
                  <a:srgbClr val="FFFFFF"/>
                </a:solidFill>
                <a:latin typeface="Pretendard Light"/>
                <a:ea typeface="Pretendard Light"/>
                <a:cs typeface="Pretendard Light"/>
              </a:rPr>
              <a:t>김지명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