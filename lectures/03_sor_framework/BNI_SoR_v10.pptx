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666666"/>
                </a:solidFill>
                <a:latin typeface="Pretendard Light"/>
              </a:rPr>
              <a:t>그 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101" y="5806440"/>
            <a:ext cx="924674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FFFFFF"/>
                </a:solidFill>
                <a:latin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