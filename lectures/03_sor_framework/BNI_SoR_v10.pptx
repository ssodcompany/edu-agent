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02/12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03/12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7년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04/12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둘 다</a:t>
            </a:r>
          </a:p>
        </p:txBody>
      </p:sp>
      <p:pic>
        <p:nvPicPr>
          <p:cNvPr id="6" name="Picture 5" descr="notion-ambassador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023360"/>
            <a:ext cx="4163122" cy="1280160"/>
          </a:xfrm>
          <a:prstGeom prst="rect">
            <a:avLst/>
          </a:prstGeom>
        </p:spPr>
      </p:pic>
      <p:pic>
        <p:nvPicPr>
          <p:cNvPr id="7" name="Picture 6" descr="n8n-amber-ss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023360"/>
            <a:ext cx="4550387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05/12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3</a:t>
            </a:r>
            <a:r>
              <a:rPr sz="12000">
                <a:solidFill>
                  <a:srgbClr val="666666"/>
                </a:solidFill>
                <a:latin typeface="Pretendard Black"/>
                <a:ea typeface="Pretendard Black"/>
                <a:cs typeface="Pretendard Black"/>
              </a:rPr>
              <a:t>   →   </a:t>
            </a:r>
            <a:r>
              <a:rPr sz="1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상장사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06/12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DX · 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07/12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ERP · 고객 명단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08/12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SoE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카톡 · 노션 · 결재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09/12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SoI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사장님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10/12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그 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43200"/>
            <a:ext cx="12191695" cy="2743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101" y="5806440"/>
            <a:ext cx="924674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0" y="5486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