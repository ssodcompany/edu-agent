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400" spc="-294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AI 시대 일하는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20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02 / 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6263640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sod-logo-lav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0476" y="6163056"/>
            <a:ext cx="739739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오늘 가져가실 2가지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017520"/>
            <a:ext cx="12191695" cy="2743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pPr algn="ctr">
              <a:spcAft>
                <a:spcPts val="2800"/>
              </a:spcAft>
            </a:pPr>
            <a:r>
              <a:rPr sz="40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①  SSOD는 무엇을 하는가?</a:t>
            </a:r>
          </a:p>
          <a:p>
            <a:pPr algn="ctr">
              <a:spcAft>
                <a:spcPts val="2800"/>
              </a:spcAft>
            </a:pPr>
            <a:r>
              <a:rPr sz="40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②  우리 회사는?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20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03 / 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6263640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sod-logo-lav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0476" y="6163056"/>
            <a:ext cx="739739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645920"/>
            <a:ext cx="12191695" cy="320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 spc="-84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7년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B2B 컨설팅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20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04 / 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6263640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sod-logo-lav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0476" y="6163056"/>
            <a:ext cx="739739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280160"/>
            <a:ext cx="12191695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0" spc="-56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둘 다</a:t>
            </a:r>
          </a:p>
        </p:txBody>
      </p:sp>
      <p:pic>
        <p:nvPicPr>
          <p:cNvPr id="7" name="Picture 6" descr="notion-ambassador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6943" y="4160520"/>
            <a:ext cx="3271024" cy="1005840"/>
          </a:xfrm>
          <a:prstGeom prst="rect">
            <a:avLst/>
          </a:prstGeom>
        </p:spPr>
      </p:pic>
      <p:pic>
        <p:nvPicPr>
          <p:cNvPr id="8" name="Picture 7" descr="n8n-amber-ss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447" y="4160520"/>
            <a:ext cx="3575304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글로벌 공식 앰버서더 — 한국에 쏘드뿐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20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05 / 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6263640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sod-logo-lav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0476" y="6163056"/>
            <a:ext cx="739739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ctr"/>
            <a:r>
              <a:rPr sz="160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3</a:t>
            </a:r>
            <a:r>
              <a:rPr sz="12000">
                <a:solidFill>
                  <a:srgbClr val="8A8F98"/>
                </a:solidFill>
                <a:latin typeface="Pretendard Black"/>
                <a:ea typeface="Pretendard Black"/>
                <a:cs typeface="Pretendard Black"/>
              </a:rPr>
              <a:t>   →   </a:t>
            </a:r>
            <a:r>
              <a:rPr sz="140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상장사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직원 3명 사무실부터 상장사까지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20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06 / 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6263640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sod-logo-lav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0476" y="6163056"/>
            <a:ext cx="739739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201168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DX · 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Digital Transformation · AI Transformation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20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07 / 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6263640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sod-logo-lav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0476" y="6163056"/>
            <a:ext cx="739739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ERP · 고객 명단 · 매출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20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08 / 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6263640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sod-logo-lav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0476" y="6163056"/>
            <a:ext cx="739739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카톡 · 노션 · 결재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20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09 / 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6263640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sod-logo-lav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0476" y="6163056"/>
            <a:ext cx="739739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사장님 · 대시보드 ·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20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10 / 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6263640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sod-logo-lav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0476" y="6163056"/>
            <a:ext cx="739739" cy="4389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352647" y="1234440"/>
            <a:ext cx="5486400" cy="105156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SoI</a:t>
            </a:r>
            <a:r>
              <a:rPr sz="2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    판단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2647" y="2697480"/>
            <a:ext cx="5486400" cy="105156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SoE</a:t>
            </a:r>
            <a:r>
              <a:rPr sz="2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   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647" y="23317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5E6AD2"/>
                </a:solidFill>
                <a:latin typeface="Pretendard Black"/>
                <a:ea typeface="Pretendard Black"/>
                <a:cs typeface="Pretendard Black"/>
              </a:rPr>
              <a:t>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2647" y="4160520"/>
            <a:ext cx="5486400" cy="105156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SoR</a:t>
            </a:r>
            <a:r>
              <a:rPr sz="2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    데이터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2647" y="37947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5E6AD2"/>
                </a:solidFill>
                <a:latin typeface="Pretendard Black"/>
                <a:ea typeface="Pretendard Black"/>
                <a:cs typeface="Pretendard Black"/>
              </a:rPr>
              <a:t>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20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11 / 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6263640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sod-logo-lav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0476" y="6163056"/>
            <a:ext cx="739739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그 위에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743200"/>
            <a:ext cx="12191695" cy="2743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 spc="-84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+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600" spc="-336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우리 회사는?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2743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☐  SoR — 데이터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☐  SoE — 일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☐  SoI — 판단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sod-logo-lav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2933" y="5669280"/>
            <a:ext cx="1155842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0" y="54864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김지명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