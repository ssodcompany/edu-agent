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</a:rPr>
              <a:t>회사의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06/12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08/12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263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