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>
                <a:solidFill>
                  <a:srgbClr val="FFFFFF"/>
                </a:solidFill>
                <a:latin typeface="Pretendard Black"/>
              </a:rPr>
              <a:t>AI 시대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02/12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FFFFF"/>
                </a:solidFill>
                <a:latin typeface="Pretendard Black"/>
              </a:rPr>
              <a:t>오늘 가져가실 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03/12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</a:rPr>
              <a:t>7년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04/12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</a:rPr>
              <a:t>둘 다</a:t>
            </a:r>
          </a:p>
        </p:txBody>
      </p:sp>
      <p:pic>
        <p:nvPicPr>
          <p:cNvPr id="6" name="Picture 5" descr="notion-ambassador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4023360"/>
            <a:ext cx="4163122" cy="1280160"/>
          </a:xfrm>
          <a:prstGeom prst="rect">
            <a:avLst/>
          </a:prstGeom>
        </p:spPr>
      </p:pic>
      <p:pic>
        <p:nvPicPr>
          <p:cNvPr id="7" name="Picture 6" descr="n8n-amber-ssod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023360"/>
            <a:ext cx="4550387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</a:rPr>
              <a:t>글로벌 공식 앰버서더 — 한국에 쏘드뿐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05/12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</a:rPr>
              <a:t>3</a:t>
            </a:r>
            <a:r>
              <a:rPr sz="12000">
                <a:solidFill>
                  <a:srgbClr val="666666"/>
                </a:solidFill>
                <a:latin typeface="Pretendard Black"/>
              </a:rPr>
              <a:t>   →   </a:t>
            </a:r>
            <a:r>
              <a:rPr sz="14000">
                <a:solidFill>
                  <a:srgbClr val="FFFFFF"/>
                </a:solidFill>
                <a:latin typeface="Pretendard Black"/>
              </a:rPr>
              <a:t>상장사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06/12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</a:rPr>
              <a:t>DX · 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07/12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ERP · 고객 명단 · 매출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08/12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카톡 · 노션 · 결재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09/12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>
                <a:solidFill>
                  <a:srgbClr val="666666"/>
                </a:solidFill>
                <a:latin typeface="SF Mono"/>
              </a:rPr>
              <a:t>SoI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468880"/>
            <a:ext cx="12191695" cy="21945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0">
                <a:solidFill>
                  <a:srgbClr val="FFFFFF"/>
                </a:solidFill>
                <a:latin typeface="Pretendard Black"/>
              </a:rPr>
              <a:t>판단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사장님 · 대시보드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666666"/>
                </a:solidFill>
                <a:latin typeface="Pretendard Light"/>
              </a:rPr>
              <a:t>그 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43200"/>
            <a:ext cx="12191695" cy="2743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</a:rPr>
              <a:t>+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>
                <a:solidFill>
                  <a:srgbClr val="FFFFFF"/>
                </a:solidFill>
                <a:latin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263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